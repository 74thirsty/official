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LOST LIMB RIDERS + TRINITY REGIONAL MEDICAL CENTER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300"/>
            </a:pPr>
            <a:r>
              <a:t>• Exploring an amputee peer connection and community support partnership</a:t>
            </a:r>
          </a:p>
          <a:p>
            <a:pPr>
              <a:spcAft>
                <a:spcPts val="1400"/>
              </a:spcAft>
              <a:defRPr sz="2300"/>
            </a:pPr>
            <a:r>
              <a:t>• Fort Dodge, Iowa</a:t>
            </a:r>
          </a:p>
          <a:p>
            <a:pPr>
              <a:spcAft>
                <a:spcPts val="1400"/>
              </a:spcAft>
              <a:defRPr sz="2300"/>
            </a:pPr>
            <a:r>
              <a:t>• Discussion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WHY WE ARE 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/>
            </a:pPr>
            <a:r>
              <a:t>• Lost Limb Riders wants to learn how Trinity currently supports people facing limb loss and people living with amputation.</a:t>
            </a:r>
          </a:p>
          <a:p>
            <a:pPr>
              <a:spcAft>
                <a:spcPts val="1400"/>
              </a:spcAft>
              <a:defRPr sz="2300"/>
            </a:pPr>
            <a:r>
              <a:t>• Understand what is already working.</a:t>
            </a:r>
          </a:p>
          <a:p>
            <a:pPr>
              <a:spcAft>
                <a:spcPts val="1400"/>
              </a:spcAft>
              <a:defRPr sz="2300"/>
            </a:pPr>
            <a:r>
              <a:t>• Identify gaps patients and families may experience.</a:t>
            </a:r>
          </a:p>
          <a:p>
            <a:pPr>
              <a:spcAft>
                <a:spcPts val="1400"/>
              </a:spcAft>
              <a:defRPr sz="2300"/>
            </a:pPr>
            <a:r>
              <a:t>• Explore where peer connection and community support could complement clinical care.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WHAT LOST LIMB RIDERS BRINGS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300"/>
            </a:pPr>
            <a:r>
              <a:t>• Peer connection with people who have lived through limb loss</a:t>
            </a:r>
          </a:p>
          <a:p>
            <a:pPr>
              <a:spcAft>
                <a:spcPts val="1400"/>
              </a:spcAft>
              <a:defRPr sz="2300"/>
            </a:pPr>
            <a:r>
              <a:t>• Family support and practical community resources</a:t>
            </a:r>
          </a:p>
          <a:p>
            <a:pPr>
              <a:spcAft>
                <a:spcPts val="1400"/>
              </a:spcAft>
              <a:defRPr sz="2300"/>
            </a:pPr>
            <a:r>
              <a:t>• Advocacy and resource navigation</a:t>
            </a:r>
          </a:p>
          <a:p>
            <a:pPr>
              <a:spcAft>
                <a:spcPts val="1400"/>
              </a:spcAft>
              <a:defRPr sz="2300"/>
            </a:pPr>
            <a:r>
              <a:t>• Connection beyond the hospital encounter</a:t>
            </a:r>
          </a:p>
          <a:p>
            <a:pPr>
              <a:spcAft>
                <a:spcPts val="1400"/>
              </a:spcAft>
              <a:defRPr sz="2300"/>
            </a:pPr>
            <a:r>
              <a:t>• A community focused on confidence, independence, and connection</a:t>
            </a:r>
          </a:p>
          <a:p>
            <a:pPr>
              <a:spcAft>
                <a:spcPts val="1400"/>
              </a:spcAft>
              <a:defRPr sz="2300"/>
            </a:pPr>
            <a:r>
              <a:t>• We complement clinical care — we do not replace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WHAT WE WANT TO LEARN FROM TRINITY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300"/>
            </a:pPr>
            <a:r>
              <a:t>• What happens when a patient is facing possible limb loss?</a:t>
            </a:r>
          </a:p>
          <a:p>
            <a:pPr>
              <a:spcAft>
                <a:spcPts val="1400"/>
              </a:spcAft>
              <a:defRPr sz="2300"/>
            </a:pPr>
            <a:r>
              <a:t>• What resources are patients and families currently given?</a:t>
            </a:r>
          </a:p>
          <a:p>
            <a:pPr>
              <a:spcAft>
                <a:spcPts val="1400"/>
              </a:spcAft>
              <a:defRPr sz="2300"/>
            </a:pPr>
            <a:r>
              <a:t>• How are patients connected with rehabilitation, prosthetic, and community resources?</a:t>
            </a:r>
          </a:p>
          <a:p>
            <a:pPr>
              <a:spcAft>
                <a:spcPts val="1400"/>
              </a:spcAft>
              <a:defRPr sz="2300"/>
            </a:pPr>
            <a:r>
              <a:t>• What happens after discharge?</a:t>
            </a:r>
          </a:p>
          <a:p>
            <a:pPr>
              <a:spcAft>
                <a:spcPts val="1400"/>
              </a:spcAft>
              <a:defRPr sz="2300"/>
            </a:pPr>
            <a:r>
              <a:t>• Where do staff see unmet needs?</a:t>
            </a:r>
          </a:p>
          <a:p>
            <a:pPr>
              <a:spcAft>
                <a:spcPts val="1400"/>
              </a:spcAft>
              <a:defRPr sz="2300"/>
            </a:pPr>
            <a:r>
              <a:t>• What do patients ask for that is difficult to provide?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THE KEY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/>
            </a:pPr>
            <a:r>
              <a:t>“If one of your patients says: I need to talk to somebody who has actually been through this — what happens right now?”</a:t>
            </a:r>
          </a:p>
          <a:p>
            <a:pPr>
              <a:spcAft>
                <a:spcPts val="1400"/>
              </a:spcAft>
              <a:defRPr sz="2300"/>
            </a:pPr>
            <a:r>
              <a:t>• If there is an existing pathway, we want to understand it.</a:t>
            </a:r>
          </a:p>
          <a:p>
            <a:pPr>
              <a:spcAft>
                <a:spcPts val="1400"/>
              </a:spcAft>
              <a:defRPr sz="2300"/>
            </a:pPr>
            <a:r>
              <a:t>• If there is a gap, we want to explore whether LLR could help.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WHERE LLR COULD POTENTIALLY HELP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300"/>
            </a:pPr>
            <a:r>
              <a:t>• Optional peer connection</a:t>
            </a:r>
          </a:p>
          <a:p>
            <a:pPr>
              <a:spcAft>
                <a:spcPts val="1400"/>
              </a:spcAft>
              <a:defRPr sz="2300"/>
            </a:pPr>
            <a:r>
              <a:t>• Patient-initiated contact or an approved referral process</a:t>
            </a:r>
          </a:p>
          <a:p>
            <a:pPr>
              <a:spcAft>
                <a:spcPts val="1400"/>
              </a:spcAft>
              <a:defRPr sz="2300"/>
            </a:pPr>
            <a:r>
              <a:t>• Family support</a:t>
            </a:r>
          </a:p>
          <a:p>
            <a:pPr>
              <a:spcAft>
                <a:spcPts val="1400"/>
              </a:spcAft>
              <a:defRPr sz="2300"/>
            </a:pPr>
            <a:r>
              <a:t>• Community resource navigation</a:t>
            </a:r>
          </a:p>
          <a:p>
            <a:pPr>
              <a:spcAft>
                <a:spcPts val="1400"/>
              </a:spcAft>
              <a:defRPr sz="2300"/>
            </a:pPr>
            <a:r>
              <a:t>• Amputee-focused education and connection</a:t>
            </a:r>
          </a:p>
          <a:p>
            <a:pPr>
              <a:spcAft>
                <a:spcPts val="1400"/>
              </a:spcAft>
              <a:defRPr sz="2300"/>
            </a:pPr>
            <a:r>
              <a:t>• Long-term community connection after discharge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HOW WE WANT TO WORK WITH TRINITY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300"/>
            </a:pPr>
            <a:r>
              <a:t>• Trinity establishes the appropriate process and requirements.</a:t>
            </a:r>
          </a:p>
          <a:p>
            <a:pPr>
              <a:spcAft>
                <a:spcPts val="1400"/>
              </a:spcAft>
              <a:defRPr sz="2000"/>
            </a:pPr>
            <a:r>
              <a:t>• LLR follows hospital policies for privacy, access, identification, infection control, patient interaction, and confidentiality.</a:t>
            </a:r>
          </a:p>
          <a:p>
            <a:pPr>
              <a:spcAft>
                <a:spcPts val="1400"/>
              </a:spcAft>
              <a:defRPr sz="2300"/>
            </a:pPr>
            <a:r>
              <a:t>• Patients choose whether they want LLR information or contact.</a:t>
            </a:r>
          </a:p>
          <a:p>
            <a:pPr>
              <a:spcAft>
                <a:spcPts val="1400"/>
              </a:spcAft>
              <a:defRPr sz="2300"/>
            </a:pPr>
            <a:r>
              <a:t>• LLR does not request patient lists, charts, or unnecessary medical information.</a:t>
            </a:r>
          </a:p>
          <a:p>
            <a:pPr>
              <a:spcAft>
                <a:spcPts val="1400"/>
              </a:spcAft>
              <a:defRPr sz="2300"/>
            </a:pPr>
            <a:r>
              <a:t>• Any on-site presence or referral process would be established through Trinity approval.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POSSIBLE PILOT — IF TRINITY SEES A NEED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300"/>
            </a:pPr>
            <a:r>
              <a:t>• Start small and evaluate.</a:t>
            </a:r>
          </a:p>
          <a:p>
            <a:pPr>
              <a:spcAft>
                <a:spcPts val="1400"/>
              </a:spcAft>
              <a:defRPr sz="2000"/>
            </a:pPr>
            <a:r>
              <a:t>• Potential pathway: Wound Care → Rehabilitation → Patient/Family Choice → LLR Peer Connection → Community Follow-Up</a:t>
            </a:r>
          </a:p>
          <a:p>
            <a:pPr>
              <a:spcAft>
                <a:spcPts val="1400"/>
              </a:spcAft>
              <a:defRPr sz="2300"/>
            </a:pPr>
            <a:r>
              <a:t>• Define responsibilities before launch.</a:t>
            </a:r>
          </a:p>
          <a:p>
            <a:pPr>
              <a:spcAft>
                <a:spcPts val="1400"/>
              </a:spcAft>
              <a:defRPr sz="2300"/>
            </a:pPr>
            <a:r>
              <a:t>• Establish required approval, consent, training, and documentation processes.</a:t>
            </a:r>
          </a:p>
          <a:p>
            <a:pPr>
              <a:spcAft>
                <a:spcPts val="1400"/>
              </a:spcAft>
              <a:defRPr sz="2300"/>
            </a:pPr>
            <a:r>
              <a:t>• Review results with Trinity before expanding.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QUESTIONS FOR THE TRINITY 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300"/>
            </a:pPr>
            <a:r>
              <a:t>• What are you already doing that works?</a:t>
            </a:r>
          </a:p>
          <a:p>
            <a:pPr>
              <a:spcAft>
                <a:spcPts val="1400"/>
              </a:spcAft>
              <a:defRPr sz="2300"/>
            </a:pPr>
            <a:r>
              <a:t>• Where are patients struggling?</a:t>
            </a:r>
          </a:p>
          <a:p>
            <a:pPr>
              <a:spcAft>
                <a:spcPts val="1400"/>
              </a:spcAft>
              <a:defRPr sz="2300"/>
            </a:pPr>
            <a:r>
              <a:t>• What do patients ask for?</a:t>
            </a:r>
          </a:p>
          <a:p>
            <a:pPr>
              <a:spcAft>
                <a:spcPts val="1400"/>
              </a:spcAft>
              <a:defRPr sz="2300"/>
            </a:pPr>
            <a:r>
              <a:t>• What happens after discharge?</a:t>
            </a:r>
          </a:p>
          <a:p>
            <a:pPr>
              <a:spcAft>
                <a:spcPts val="1400"/>
              </a:spcAft>
              <a:defRPr sz="2300"/>
            </a:pPr>
            <a:r>
              <a:t>• What would you want LLR to provide?</a:t>
            </a:r>
          </a:p>
          <a:p>
            <a:pPr>
              <a:spcAft>
                <a:spcPts val="1400"/>
              </a:spcAft>
              <a:defRPr sz="2300"/>
            </a:pPr>
            <a:r>
              <a:t>• What would you NOT want LLR to do?</a:t>
            </a:r>
          </a:p>
          <a:p>
            <a:pPr>
              <a:spcAft>
                <a:spcPts val="1400"/>
              </a:spcAft>
              <a:defRPr sz="2300"/>
            </a:pPr>
            <a:r>
              <a:t>• Who else at Trinity should be part of this conversation?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1732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300"/>
            </a:pPr>
            <a:r>
              <a:t>• 1. Hear Trinity’s perspective.</a:t>
            </a:r>
          </a:p>
          <a:p>
            <a:pPr>
              <a:spcAft>
                <a:spcPts val="1400"/>
              </a:spcAft>
              <a:defRPr sz="2300"/>
            </a:pPr>
            <a:r>
              <a:t>• 2. Document identified needs and opportunities.</a:t>
            </a:r>
          </a:p>
          <a:p>
            <a:pPr>
              <a:spcAft>
                <a:spcPts val="1400"/>
              </a:spcAft>
              <a:defRPr sz="2300"/>
            </a:pPr>
            <a:r>
              <a:t>• 3. Review LLR’s handbook and program materials.</a:t>
            </a:r>
          </a:p>
          <a:p>
            <a:pPr>
              <a:spcAft>
                <a:spcPts val="1400"/>
              </a:spcAft>
              <a:defRPr sz="2300"/>
            </a:pPr>
            <a:r>
              <a:t>• 4. Determine whether a formal partnership or pilot makes sense.</a:t>
            </a:r>
          </a:p>
          <a:p>
            <a:pPr>
              <a:spcAft>
                <a:spcPts val="1400"/>
              </a:spcAft>
              <a:defRPr sz="2300"/>
            </a:pPr>
            <a:r>
              <a:t>• 5. Identify the appropriate Trinity approval pathway.</a:t>
            </a:r>
          </a:p>
          <a:p>
            <a:pPr>
              <a:spcAft>
                <a:spcPts val="1400"/>
              </a:spcAft>
              <a:defRPr sz="2300"/>
            </a:pPr>
            <a:r>
              <a:t>• 6. Develop a written pilot plan together if there is mutual interest.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LOST LIMB RIDERS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0" y="1417320"/>
            <a:ext cx="923544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400"/>
              </a:spcAft>
              <a:defRPr sz="2300"/>
            </a:pPr>
            <a:r>
              <a:t>No one’s left behind. No one stands alone.</a:t>
            </a:r>
          </a:p>
          <a:p>
            <a:pPr algn="ctr">
              <a:spcAft>
                <a:spcPts val="1400"/>
              </a:spcAft>
              <a:defRPr sz="2300"/>
            </a:pPr>
            <a:r>
              <a:t>• I CAN. I WILL.</a:t>
            </a:r>
          </a:p>
          <a:p>
            <a:pPr algn="ctr">
              <a:spcAft>
                <a:spcPts val="1400"/>
              </a:spcAft>
              <a:defRPr sz="2300"/>
            </a:pPr>
            <a:r>
              <a:t>• Thank you for discussing how we can better serve people affected by limb loss.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