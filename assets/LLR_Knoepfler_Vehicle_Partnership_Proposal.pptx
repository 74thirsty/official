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1967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91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LOST LIMB RIDERS  •  VEHICLE PARTNERSHIP PROPOSAL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92640" y="651967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91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lostlimbriders.org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LOST LIMB RIDERS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Vehicle That Moves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Than People.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tailored vehicle partnership proposal for your dealership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212080" cy="0"/>
          </a:xfrm>
          <a:prstGeom prst="line">
            <a:avLst/>
          </a:prstGeom>
          <a:noFill/>
          <a:ln w="38100">
            <a:solidFill>
              <a:srgbClr val="F47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COMMUNITY IMPACT  ×  BRAND VISIBILITY  ×  REAL-WORLD OUTREACH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18120" y="914400"/>
            <a:ext cx="3520440" cy="4251960"/>
          </a:xfrm>
          <a:prstGeom prst="roundRect">
            <a:avLst>
              <a:gd name="adj" fmla="val 1558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11556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FOUNDING VEHICLE PARTNER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1417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0" y="1828800"/>
            <a:ext cx="3063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 dependable vehicle for Lost Limb Riders’ organizational outreach and operations.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return: sustained sponsor recognition, content, community visibility and a story with a purpose.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47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discussion • September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one vehicle into a continuing community story.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vehicle becomes transportation, outreach infrastructure and a visible symbol of local business support.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74720" cy="3154680"/>
          </a:xfrm>
          <a:prstGeom prst="roundRect">
            <a:avLst>
              <a:gd name="adj" fmla="val 1739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671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017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Dependable transportation for meetings, outreach, materials, relationship-building and organizational travel.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74720" cy="3154680"/>
          </a:xfrm>
          <a:prstGeom prst="roundRect">
            <a:avLst>
              <a:gd name="adj" fmla="val 1739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671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VISIBILITY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3017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 recognition follows the vehicle through community appearances, digital content and organizational activity.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474720" cy="3154680"/>
          </a:xfrm>
          <a:prstGeom prst="roundRect">
            <a:avLst>
              <a:gd name="adj" fmla="val 1739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1671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7532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2880360"/>
            <a:ext cx="3017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dealership is connected to a concrete outcome: helping an amputee-focused nonprofit reach people and build community.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623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a one-day logo placement. A partnership people can repeatedly see in use.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YOUR DEALERSHIP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partnership that fits your local identity.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dealerships are woven into the communities they serve—built on relationships, longevity, and showing up beyond the showroom.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2140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+ ESTABLISHED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community-facing partnership aligns naturally with a dealership that publicly emphasizes longevity, family ownership and customer relationships.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257800" cy="3383280"/>
          </a:xfrm>
          <a:prstGeom prst="roundRect">
            <a:avLst>
              <a:gd name="adj" fmla="val 1622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2140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ALREADY COMMUNITY-FACING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Dealerships that already sponsor events, youth sports, and local causes know the value of visible community support. This partnership extends that instinct into sustained, everyday visibility.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47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Community-facing partnerships align naturally with dealerships that emphasize local roots and customer relationships.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VEHICLE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Lost Limb Riders is seeking.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dependable SUV, crossover, truck or comparable vehicle selected together.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2286000"/>
            <a:ext cx="9619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Safe, dependable transportation appropriate for organizational travel and materials.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2880360"/>
            <a:ext cx="9619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Reasonable cargo capacity for outreach materials, event supplies and equipment.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3474720"/>
            <a:ext cx="9619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vehicle you are comfortable associating with your name and the partnership.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4069080"/>
            <a:ext cx="9619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can be discussed: vehicle contribution, sponsorship arrangement, discounted transfer, demo/loaner or another mutually workable format.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4983480"/>
            <a:ext cx="10652760" cy="713232"/>
          </a:xfrm>
          <a:prstGeom prst="roundRect">
            <a:avLst/>
          </a:prstGeom>
          <a:solidFill>
            <a:srgbClr val="221A14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166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are asking for a solution—not dictating a specific VIN or MSRP.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 PACKAGE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your dealership receives.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defined recognition and content package built around the vehicle partnership.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74720" cy="1554480"/>
          </a:xfrm>
          <a:prstGeom prst="roundRect">
            <a:avLst>
              <a:gd name="adj" fmla="val 3529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30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 DESIGNATION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87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“Founding Vehicle Partner” or mutually approved designation.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474720" cy="1554480"/>
          </a:xfrm>
          <a:prstGeom prst="roundRect">
            <a:avLst>
              <a:gd name="adj" fmla="val 3529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130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VEHICLE RECOGNITION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587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Tasteful partner identification on the sponsored vehicle, subject to mutual approval.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874520"/>
            <a:ext cx="3474720" cy="1554480"/>
          </a:xfrm>
          <a:prstGeom prst="roundRect">
            <a:avLst>
              <a:gd name="adj" fmla="val 3529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1305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WEBSITE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75320" y="2587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placement and a dedicated partnership story on lostlimbriders.org.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3474720" cy="1554480"/>
          </a:xfrm>
          <a:prstGeom prst="roundRect">
            <a:avLst>
              <a:gd name="adj" fmla="val 3529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59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 CONTENT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44165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announcement, delivery content, partner acknowledgments and impact updates.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3703320"/>
            <a:ext cx="3474720" cy="1554480"/>
          </a:xfrm>
          <a:prstGeom prst="roundRect">
            <a:avLst>
              <a:gd name="adj" fmla="val 3529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959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RECOGNITION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44165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Acknowledgment when the vehicle is present at appropriate LLR events and outreach.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703320"/>
            <a:ext cx="3474720" cy="1554480"/>
          </a:xfrm>
          <a:prstGeom prst="roundRect">
            <a:avLst>
              <a:gd name="adj" fmla="val 3529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959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PHOTO + VIDEO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75320" y="44165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 photography/video plus reusable community-impact content.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CAMPAIGN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12-month story, not a single announcement.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487168" cy="3063240"/>
          </a:xfrm>
          <a:prstGeom prst="roundRect">
            <a:avLst/>
          </a:prstGeom>
          <a:solidFill>
            <a:srgbClr val="251A12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77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315468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Partnership announcement • vehicle handoff • photos/video • website feature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36392" y="3246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29000" y="2057400"/>
            <a:ext cx="2487168" cy="3063240"/>
          </a:xfrm>
          <a:prstGeom prst="roundRect">
            <a:avLst/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30168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77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Months 1–3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30168" y="315468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vehicle in legitimate LLR use • outreach updates • sponsor acknowledgment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25312" y="3246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17920" y="2057400"/>
            <a:ext cx="2487168" cy="3063240"/>
          </a:xfrm>
          <a:prstGeom prst="roundRect">
            <a:avLst/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SUSTAIN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77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Months 4–9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19088" y="315468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 impact stories • event visibility • community content • partner mentions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14232" y="3246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006840" y="2057400"/>
            <a:ext cx="2487168" cy="3063240"/>
          </a:xfrm>
          <a:prstGeom prst="roundRect">
            <a:avLst/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08008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08008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77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Months 10–12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08008" y="315468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Year-one impact recap • photo package • partnership review and next-step discussion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47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Cadence and exact deliverables finalized together before launch.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concrete package the dealership can evaluate.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292608" cy="29260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" y="18745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partnership landing/story page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24328"/>
            <a:ext cx="292608" cy="29260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" y="26243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57860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 logo + link in agreed website placement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374136"/>
            <a:ext cx="292608" cy="29260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" y="337413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32841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handoff announcement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123944"/>
            <a:ext cx="292608" cy="29260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" y="41239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407822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 photo/video package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873752"/>
            <a:ext cx="292608" cy="29260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" y="48737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48280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launch posts across active LLR channels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55080" y="1874520"/>
            <a:ext cx="292608" cy="29260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5372" y="18745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1828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 mission-use / impact updates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55080" y="2624328"/>
            <a:ext cx="292608" cy="29260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5372" y="26243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257860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Recognition at appropriate LLR events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55080" y="3374136"/>
            <a:ext cx="292608" cy="29260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5372" y="337413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332841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partner identification on vehicle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55080" y="4123944"/>
            <a:ext cx="292608" cy="29260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5372" y="41239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12280" y="407822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acknowledgment in relevant outreach materials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55080" y="4873752"/>
            <a:ext cx="292608" cy="292608"/>
          </a:xfrm>
          <a:prstGeom prst="ellipse">
            <a:avLst/>
          </a:prstGeom>
          <a:solidFill>
            <a:srgbClr val="F47A1F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5372" y="48737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B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48280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12-month impact recap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MARKETING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sustained visibility has business value.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National benchmark—not a claim about any individual dealership’s budget.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$586,246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2025 advertising expense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franchised dealership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1965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$739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48056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advertising expense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new unit sold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43800" y="1965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~75%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543800" y="2697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estimated spend across search,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listings, SEO and social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703320"/>
            <a:ext cx="10424160" cy="0"/>
          </a:xfrm>
          <a:prstGeom prst="line">
            <a:avLst/>
          </a:prstGeom>
          <a:noFill/>
          <a:ln w="12700">
            <a:solidFill>
              <a:srgbClr val="333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690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proposal competes for attention within an existing marketing ecosystem. Its differentiator is that the exposure is attached to visible community impact.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5532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47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NADA Data 2025. Figures are national averages.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COMMUNITY VALUE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dealership gets a story advertising alone cannot manufacture.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3246120"/>
          </a:xfrm>
          <a:prstGeom prst="roundRect">
            <a:avLst>
              <a:gd name="adj" fmla="val 1690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214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VISIBLE SUPPORT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partnership gives the public a concrete example of your dealership supporting an amputee-focused nonprofit—not merely a claim in an 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74720" cy="3246120"/>
          </a:xfrm>
          <a:prstGeom prst="roundRect">
            <a:avLst>
              <a:gd name="adj" fmla="val 1690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1214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REPEATED PROOF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8346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legitimate use of the vehicle can reinforce the same simple story: this dealership helped make the work possible.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74720" cy="3246120"/>
          </a:xfrm>
          <a:prstGeom prst="roundRect">
            <a:avLst>
              <a:gd name="adj" fmla="val 1690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1214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7532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SHAREABLE CONTENT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75320" y="28346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handoff, outreach and impact updates create authentic material that both organizations can share.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will document what the partnership produces.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3055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8775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posts / stories published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13055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58775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partner-page activity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13055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OUTREACH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75320" y="258775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trips / outreach uses documented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5935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41655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Appropriate appearances with vehicle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70332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95935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0" y="441655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Earned-media mentions, when they occur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703320"/>
            <a:ext cx="3401568" cy="1417320"/>
          </a:xfrm>
          <a:prstGeom prst="roundRect">
            <a:avLst>
              <a:gd name="adj" fmla="val 3871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95935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75320" y="441655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 + activity summary at year 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invented impression guarantees. We report what actually happened.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TAX + 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partnership correctly from day one.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3337560"/>
          </a:xfrm>
          <a:prstGeom prst="roundRect">
            <a:avLst/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SPONSOR ACKNOWLEDGMENT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IRS rules distinguish sponsor acknowledgment from advertising. Name/logo recognition and value-neutral descriptions can qualify differently from promotional claims, pricing, endorsements or purchase inducements.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874520"/>
            <a:ext cx="5166360" cy="3337560"/>
          </a:xfrm>
          <a:prstGeom prst="roundRect">
            <a:avLst/>
          </a:prstGeom>
          <a:solidFill>
            <a:srgbClr val="221A14"/>
          </a:solidFill>
          <a:ln w="12700">
            <a:solidFill>
              <a:srgbClr val="F47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2194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VEHICLE CONTRIBUTION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55080" y="274320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vehicle contribution over $500 has specific acknowledgment/reporting rules. If LLR provides substantial goods or services in return, that can affect the deductible portion. The dealership should rely on its tax adviser for its actual deduction.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477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LLR will not promise a specific tax deduction. We will document the transaction accurately.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96188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477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IRS §513 sponsorship guidance; IRS Publication 557 / contribution substantiation guidance.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Become Lost Limb Riders’ Founding Vehicle Partner.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Provide a dependable vehicle—or work with us on an equivalent vehicle solution—that allows LLR to expand outreach and organizational mobility.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10789920" cy="1143000"/>
          </a:xfrm>
          <a:prstGeom prst="roundRect">
            <a:avLst/>
          </a:prstGeom>
          <a:solidFill>
            <a:srgbClr val="251A12"/>
          </a:solidFill>
          <a:ln w="19050">
            <a:solidFill>
              <a:srgbClr val="F47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044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RETURN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48840" y="292608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dealership receives a defined 12-month recognition + content package centered on the vehicle and the community impact it enables.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44348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on vehicle / structure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51960" y="4434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•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07992" y="44348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recognition plan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0" y="4434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45552" y="44348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handoff + launch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55321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next step: a 20-minute discussion with the appropriate dealership decision-maker.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ABOUT LOST LIMB RIDERS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one is left behind. No one stands alone.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Lost Limb Riders is a 501(c)(3) nonprofit serving amputees and people with limb difference through peer connection, practical support, outreach and community-building.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3337560" cy="1965960"/>
          </a:xfrm>
          <a:prstGeom prst="roundRect">
            <a:avLst>
              <a:gd name="adj" fmla="val 2791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53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PEER CONNECTION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410712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relationships and reducing isolation among people who understand limb loss and limb difference.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6552" y="2697480"/>
            <a:ext cx="3337560" cy="1965960"/>
          </a:xfrm>
          <a:prstGeom prst="roundRect">
            <a:avLst>
              <a:gd name="adj" fmla="val 2791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953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OUTREACH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45152" y="3410712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Developing relationships with hospitals, prosthetic providers and community organizations.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697480"/>
            <a:ext cx="3337560" cy="1965960"/>
          </a:xfrm>
          <a:prstGeom prst="roundRect">
            <a:avLst>
              <a:gd name="adj" fmla="val 2791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2953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SUPPORT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3410712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Connecting people with resources, advocacy and opportunities for greater independence.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53035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BBC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Founder/CEO: John Thompson  •  general_llr@outlook.com  •  lostlimbriders.org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589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Put your name behind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miles that matter.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BBC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Lost Limb Riders × Your Dealership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5212080" cy="0"/>
          </a:xfrm>
          <a:prstGeom prst="line">
            <a:avLst/>
          </a:prstGeom>
          <a:noFill/>
          <a:ln w="38100">
            <a:solidFill>
              <a:srgbClr val="F47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John Thompson  |  Founder / CEO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general_llr@outlook.com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lostlimbriders.org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18120" y="1234440"/>
            <a:ext cx="3474720" cy="3657600"/>
          </a:xfrm>
          <a:prstGeom prst="roundRect">
            <a:avLst>
              <a:gd name="adj" fmla="val 1579"/>
            </a:avLst>
          </a:prstGeom>
          <a:solidFill>
            <a:srgbClr val="17181B"/>
          </a:solidFill>
          <a:ln w="12700">
            <a:solidFill>
              <a:srgbClr val="2B2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4356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7A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 MINUTES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NEXT STEP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0" y="21488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 with your leadership team to identify the right vehicle and partnership structure, then finalize the recognition plan and launch date.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91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Lost Limb Riders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Lost Limb Riders x Knoepfler Chevrolet</dc:title>
  <dc:subject>Vehicle Partnership Proposal</dc:subject>
  <dc:creator>Lost Limb Riders</dc:creator>
  <cp:lastModifiedBy>Lost Limb Riders</cp:lastModifiedBy>
  <cp:revision>1</cp:revision>
  <dcterms:created xsi:type="dcterms:W3CDTF">2026-09-23T11:53:39Z</dcterms:created>
  <dcterms:modified xsi:type="dcterms:W3CDTF">2026-09-23T11:53:39Z</dcterms:modified>
</cp:coreProperties>
</file>