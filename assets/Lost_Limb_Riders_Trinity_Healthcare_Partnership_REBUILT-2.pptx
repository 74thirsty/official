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PARTNERSHIP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F47A20"/>
                </a:solidFill>
              </a:rPr>
              <a:t>LOST LIMB RIDERS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Peer connection beyond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clinical encounter.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21792" y="3200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DC6"/>
                </a:solidFill>
              </a:rPr>
              <a:t>Exploring a referral and community-support relationship with Trinity Regional Medical Center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" y="4315968"/>
            <a:ext cx="1920240" cy="0"/>
          </a:xfrm>
          <a:prstGeom prst="line">
            <a:avLst/>
          </a:prstGeom>
          <a:noFill/>
          <a:ln w="38100">
            <a:solidFill>
              <a:srgbClr val="F47A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61772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 donation ask.  No replacement of clinical care.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 simple question: can patients know we are here?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60920" y="685800"/>
            <a:ext cx="4251960" cy="5440680"/>
          </a:xfrm>
          <a:prstGeom prst="rect">
            <a:avLst/>
          </a:prstGeom>
          <a:solidFill>
            <a:srgbClr val="25282D"/>
          </a:solidFill>
          <a:ln w="12700">
            <a:solidFill>
              <a:srgbClr val="3A3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25512" y="850392"/>
            <a:ext cx="73152" cy="5111496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097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LIVED EXPERIENCE + COMMUNITY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0" y="182880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B8BDC6"/>
                </a:solidFill>
              </a:rPr>
              <a:t>Visual: amputee / motorcycles / peer connection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777D86"/>
                </a:solidFill>
              </a:rPr>
              <a:t>LOST LIMB RIDERS  •  I CAN. I WILL.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D86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we are here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6A"/>
                </a:solidFill>
              </a:rPr>
              <a:t>Start with Trinity’s process—not with assumptions.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A20"/>
                </a:solidFill>
              </a:rPr>
              <a:t>We want to understand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5577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B1D20"/>
                </a:solidFill>
              </a:rPr>
              <a:t>What already works for patients facing limb loss.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B1D20"/>
                </a:solidFill>
              </a:rPr>
              <a:t>Where patients and families may experience a gap.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B1D20"/>
                </a:solidFill>
              </a:rPr>
              <a:t>How people are connected to rehabilitation, prosthetic and community resources.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B1D20"/>
                </a:solidFill>
              </a:rPr>
              <a:t>Whether peer connection could complement the care already being delivered.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903720" y="1965960"/>
            <a:ext cx="4617720" cy="3886200"/>
          </a:xfrm>
          <a:prstGeom prst="rect">
            <a:avLst/>
          </a:prstGeom>
          <a:solidFill>
            <a:srgbClr val="25282D"/>
          </a:solidFill>
          <a:ln w="12700">
            <a:solidFill>
              <a:srgbClr val="3A3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68312" y="2130552"/>
            <a:ext cx="73152" cy="3557016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377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CLINICAL CARE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0" y="310896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B8BDC6"/>
                </a:solidFill>
              </a:rPr>
              <a:t>Visual: prosthetic rehabilitation / hospital team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7A8088"/>
                </a:solidFill>
              </a:rPr>
              <a:t>LOST LIMB RIDERS  •  I CAN. I WILL.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8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 recovery is only part of the transition.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DC6"/>
                </a:solidFill>
              </a:rPr>
              <a:t>Lost Limb Riders exists in the space after—and around—medical care.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1D2024"/>
          </a:solidFill>
          <a:ln w="12700">
            <a:solidFill>
              <a:srgbClr val="3438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423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A20"/>
                </a:solidFill>
              </a:rPr>
              <a:t>HOSPITAL + REHAB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Medical treatment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Rehabilitation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Prosthetic care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Discharge planning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6052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7A20"/>
                </a:solidFill>
              </a:rPr>
              <a:t>→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983480" y="2057400"/>
            <a:ext cx="2834640" cy="3063240"/>
          </a:xfrm>
          <a:prstGeom prst="roundRect">
            <a:avLst>
              <a:gd name="adj" fmla="val 2581"/>
            </a:avLst>
          </a:prstGeom>
          <a:solidFill>
            <a:srgbClr val="1D2024"/>
          </a:solidFill>
          <a:ln w="12700">
            <a:solidFill>
              <a:srgbClr val="3438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A20"/>
                </a:solidFill>
              </a:rPr>
              <a:t>THE HANDOFF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3063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“What happens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when I go home?”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973568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7A20"/>
                </a:solidFill>
              </a:rPr>
              <a:t>→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8732520" y="2057400"/>
            <a:ext cx="2788920" cy="3063240"/>
          </a:xfrm>
          <a:prstGeom prst="roundRect">
            <a:avLst>
              <a:gd name="adj" fmla="val 2623"/>
            </a:avLst>
          </a:prstGeom>
          <a:solidFill>
            <a:srgbClr val="1D2024"/>
          </a:solidFill>
          <a:ln w="19050">
            <a:solidFill>
              <a:srgbClr val="F47A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2423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A20"/>
                </a:solidFill>
              </a:rPr>
              <a:t>COMMUNITY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98280" y="297180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Peer connection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Family support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Resource navigation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Long-term belonging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777D86"/>
                </a:solidFill>
              </a:rPr>
              <a:t>LOST LIMB RIDERS  •  I CAN. I WILL.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D86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QUESTION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47A20"/>
                </a:solidFill>
              </a:rPr>
              <a:t>“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25880" y="1417320"/>
            <a:ext cx="9875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If one of your patients says,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“I need to talk to somebody who has actually been through this” —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what happens right now?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53312" y="39776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DC6"/>
                </a:solidFill>
              </a:rPr>
              <a:t>If Trinity already has the pathway, we want to understand it.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8BDC6"/>
                </a:solidFill>
              </a:rPr>
              <a:t>If there is a gap, we want to explore whether Lost Limb Riders can help.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53312" y="5257800"/>
            <a:ext cx="9235440" cy="0"/>
          </a:xfrm>
          <a:prstGeom prst="line">
            <a:avLst/>
          </a:prstGeom>
          <a:noFill/>
          <a:ln w="12700">
            <a:solidFill>
              <a:srgbClr val="3438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55321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7A20"/>
                </a:solidFill>
              </a:rPr>
              <a:t>This is the entire reason for the conversation.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777D86"/>
                </a:solidFill>
              </a:rPr>
              <a:t>LOST LIMB RIDERS  •  I CAN. I WILL.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D86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LLR BRINGS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community resource—not another clinical service.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6A"/>
                </a:solidFill>
              </a:rPr>
              <a:t>Lost Limb Riders complements the care team.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93392"/>
            <a:ext cx="4663440" cy="3886200"/>
          </a:xfrm>
          <a:prstGeom prst="rect">
            <a:avLst/>
          </a:prstGeom>
          <a:solidFill>
            <a:srgbClr val="25282D"/>
          </a:solidFill>
          <a:ln w="12700">
            <a:solidFill>
              <a:srgbClr val="3A3E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57984"/>
            <a:ext cx="73152" cy="3557016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4048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PEER CONNECTION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9848" y="3136392"/>
            <a:ext cx="3977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B8BDC6"/>
                </a:solidFill>
              </a:rPr>
              <a:t>Visual: amputee with peers / community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7880" y="2057400"/>
            <a:ext cx="5349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B1D20"/>
                </a:solidFill>
              </a:rPr>
              <a:t>People with lived experience of limb loss.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B1D20"/>
                </a:solidFill>
              </a:rPr>
              <a:t>Family support and practical community resources.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B1D20"/>
                </a:solidFill>
              </a:rPr>
              <a:t>Advocacy and resource navigation.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B1D20"/>
                </a:solidFill>
              </a:rPr>
              <a:t>Connection beyond the hospital encounter.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B1D20"/>
                </a:solidFill>
              </a:rPr>
              <a:t>A community focused on confidence, independence and connection.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7A8088"/>
                </a:solidFill>
              </a:rPr>
              <a:t>LOST LIMB RIDERS  •  I CAN. I WILL.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8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hospital controls the clinical boundary.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DC6"/>
                </a:solidFill>
              </a:rPr>
              <a:t>Consent, privacy and policy come first.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Trinity establishes the appropriate process and requirements.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Patients choose whether they want Lost Limb Riders information or contact.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LLR does not request patient lists, charts or unnecessary medical information.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Any on-site presence or referral process occurs only through Trinity approval.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LLR follows applicable hospital rules for privacy, access, identification, infection control, patient interaction and confidentiality.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35240" y="2148840"/>
            <a:ext cx="3749040" cy="3246120"/>
          </a:xfrm>
          <a:prstGeom prst="roundRect">
            <a:avLst>
              <a:gd name="adj" fmla="val 2254"/>
            </a:avLst>
          </a:prstGeom>
          <a:solidFill>
            <a:srgbClr val="1D2024"/>
          </a:solidFill>
          <a:ln w="19050">
            <a:solidFill>
              <a:srgbClr val="F47A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A20"/>
                </a:solidFill>
              </a:rPr>
              <a:t>THE PRINCIPLE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324612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Patient choice.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Hospital-approved process.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Clear boundaries.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777D86"/>
                </a:solidFill>
              </a:rPr>
              <a:t>LOST LIMB RIDERS  •  I CAN. I WILL.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D86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small. Define the pathway. Evaluate it.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6A"/>
                </a:solidFill>
              </a:rPr>
              <a:t>Only if Trinity sees a need.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8745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7432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D20"/>
                </a:solidFill>
              </a:rPr>
              <a:t>WOUND CARE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28163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A20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34640" y="2468880"/>
            <a:ext cx="18745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27432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D20"/>
                </a:solidFill>
              </a:rPr>
              <a:t>REHABILITATION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8163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A20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66360" y="2468880"/>
            <a:ext cx="18745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27432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D20"/>
                </a:solidFill>
              </a:rPr>
              <a:t>PATIENT / FAMILY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D20"/>
                </a:solidFill>
              </a:rPr>
              <a:t>CHOICE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28163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A20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98080" y="2468880"/>
            <a:ext cx="1874520" cy="1143000"/>
          </a:xfrm>
          <a:prstGeom prst="roundRect">
            <a:avLst>
              <a:gd name="adj" fmla="val 4800"/>
            </a:avLst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27432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LLR PEER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CONNECTION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72600" y="28163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A20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829800" y="2468880"/>
            <a:ext cx="18745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39528" y="27432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D20"/>
                </a:solidFill>
              </a:rPr>
              <a:t>COMMUNITY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D20"/>
                </a:solidFill>
              </a:rPr>
              <a:t>FOLLOW-UP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0"/>
                </a:solidFill>
              </a:rPr>
              <a:t>Before launch: responsibilities • approval • consent • training • documentation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937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56B73"/>
                </a:solidFill>
              </a:rPr>
              <a:t>Then review results with Trinity before any expansion.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7A8088"/>
                </a:solidFill>
              </a:rPr>
              <a:t>LOST LIMB RIDERS  •  I CAN. I WILL.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8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need to learn from Trinity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DC6"/>
                </a:solidFill>
              </a:rPr>
              <a:t>This meeting should produce clarity, not a sales close.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A20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9476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are you already doing that works?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6364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A20"/>
                </a:solidFill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19476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Where are patients struggling?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A20"/>
                </a:solidFill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290779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do patients ask for?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63640" y="2926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A20"/>
                </a:solidFill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290779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happens after discharge?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3886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A20"/>
                </a:solidFill>
              </a:rPr>
              <a:t>05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386791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would you want LLR to provide?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63640" y="3886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A20"/>
                </a:solidFill>
              </a:rPr>
              <a:t>06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386791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would you NOT want LLR to do?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A20"/>
                </a:solidFill>
              </a:rPr>
              <a:t>07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482803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Who else should be part of this conversation?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777D86"/>
                </a:solidFill>
              </a:rPr>
              <a:t>LOST LIMB RIDERS  •  I CAN. I WILL.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D86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path forward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6A"/>
                </a:solidFill>
              </a:rPr>
              <a:t>No commitment is required today.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38528"/>
            <a:ext cx="347472" cy="347472"/>
          </a:xfrm>
          <a:prstGeom prst="ellipse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025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25880" y="19202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0"/>
                </a:solidFill>
              </a:rPr>
              <a:t>Hear Trinity’s perspective.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596896"/>
            <a:ext cx="347472" cy="347472"/>
          </a:xfrm>
          <a:prstGeom prst="ellipse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609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257860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D20"/>
                </a:solidFill>
              </a:rPr>
              <a:t>Document needs and opportunities.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3255264"/>
            <a:ext cx="347472" cy="347472"/>
          </a:xfrm>
          <a:prstGeom prst="ellipse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192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25880" y="323697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D20"/>
                </a:solidFill>
              </a:rPr>
              <a:t>Review LLR handbook and program materials.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913632"/>
            <a:ext cx="347472" cy="347472"/>
          </a:xfrm>
          <a:prstGeom prst="ellipse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7764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25880" y="389534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D20"/>
                </a:solidFill>
              </a:rPr>
              <a:t>Determine whether a formal partnership or pilot makes sense.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572000"/>
            <a:ext cx="347472" cy="347472"/>
          </a:xfrm>
          <a:prstGeom prst="ellipse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6360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25880" y="455371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D20"/>
                </a:solidFill>
              </a:rPr>
              <a:t>Identify Trinity’s approval pathway.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5230368"/>
            <a:ext cx="347472" cy="347472"/>
          </a:xfrm>
          <a:prstGeom prst="ellipse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9437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25880" y="52120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D20"/>
                </a:solidFill>
              </a:rPr>
              <a:t>Develop a written pilot plan together if there is mutual interest.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7A8088"/>
                </a:solidFill>
              </a:rPr>
              <a:t>LOST LIMB RIDERS  •  I CAN. I WILL.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8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" kern="0" dirty="0">
                <a:solidFill>
                  <a:srgbClr val="F47A20"/>
                </a:solidFill>
              </a:rPr>
              <a:t>I CAN. I WILL.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97280" y="224028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No one is left behind.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No one stands alone.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40690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DC6"/>
                </a:solidFill>
              </a:rPr>
              <a:t>Thank you for discussing how we can better serve people affected by limb loss.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50749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LOST LIMB RIDERS  •  FORT DODGE, IOWA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777D86"/>
                </a:solidFill>
              </a:rPr>
              <a:t>LOST LIMB RIDERS  •  I CAN. I WILL.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D86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DIRECTION &amp; 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Photography sourcing notes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6A"/>
                </a:solidFill>
              </a:rPr>
              <a:t>Final photography should be licensed/downloaded from the source pages below.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A20"/>
                </a:solidFill>
              </a:rPr>
              <a:t>Recommended hero source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0"/>
                </a:solidFill>
              </a:rPr>
              <a:t>Pexels — “Amputee Standing between Friends Sitting on Motorcycles”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1D20"/>
                </a:solidFill>
              </a:rPr>
              <a:t>Arshid Yousaf • Pexels photo 16804838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A20"/>
                </a:solidFill>
              </a:rPr>
              <a:t>Recommended rehabilitation source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0"/>
                </a:solidFill>
              </a:rPr>
              <a:t>Pexels — Kampus Production prosthetic-leg physical therapy series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1D20"/>
                </a:solidFill>
              </a:rPr>
              <a:t>Pexels video/photo series around asset 6111033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8006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6A"/>
                </a:solidFill>
              </a:rPr>
              <a:t>Design note: stock images are intentionally identified rather than silently substituted with AI-generated people. The content and partnership language in this deck are grounded in Lost Limb Riders’ existing Trinity discussion deck and organizational handbook.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7A8088"/>
                </a:solidFill>
              </a:rPr>
              <a:t>LOST LIMB RIDERS  •  I CAN. I WILL.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8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Lost Limb Riders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Lost Limb Riders + Trinity Regional Medical Center</dc:title>
  <dc:subject>Healthcare Partnership Discussion</dc:subject>
  <dc:creator>Lost Limb Riders</dc:creator>
  <cp:lastModifiedBy>Lost Limb Riders</cp:lastModifiedBy>
  <cp:revision>1</cp:revision>
  <dcterms:created xsi:type="dcterms:W3CDTF">2026-09-09T14:12:13Z</dcterms:created>
  <dcterms:modified xsi:type="dcterms:W3CDTF">2026-09-09T14:12:13Z</dcterms:modified>
</cp:coreProperties>
</file>